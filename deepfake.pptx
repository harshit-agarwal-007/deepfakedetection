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7E836-29C9-ABB3-84B7-B79E616C7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8CB6C-78DF-3802-AC2C-B8354FC05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11FB9-50A2-45B9-103E-01EC403F1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7833A-56ED-46FE-A52F-7931305F90F0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3ADEB-6151-2CA9-9B3A-05FCC24F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AE4B7-2375-1AB3-3C95-A05B411E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0A42-E3E7-4A8D-8477-DA0BBE3E5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886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D8CBD-94CA-95B9-5338-04F71604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9FEF3-199F-5166-A21D-E03C61083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6B17C-84B0-2E50-A194-B8306E6AA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7833A-56ED-46FE-A52F-7931305F90F0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D54E6-7542-D618-E44A-7AD53BB5A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9B283-4BA1-F429-4205-3BF9D8BF9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0A42-E3E7-4A8D-8477-DA0BBE3E5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3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96B8A-EA7B-60FD-E83B-E848346D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CB32B-FE9E-37FE-4455-CA25903F3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49C8C-DD1F-47FA-2ECA-588BC0BF8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7833A-56ED-46FE-A52F-7931305F90F0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3492F-D49C-34C3-6EA3-A098FDD60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69B1E-44E4-6397-DDE7-73C53DBC8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0A42-E3E7-4A8D-8477-DA0BBE3E5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625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BFEAB-64F3-CF03-BDB1-4272B8DAA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37BF0-B9DA-2116-71EE-F0FE4FC44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D7AF5D-CD9D-3743-F2D2-CB53C81EF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287D1-9910-14E7-7CF6-D317E3D58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7833A-56ED-46FE-A52F-7931305F90F0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BDA2E-7985-73AF-AD98-A6C61D67D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4013D-3E59-0CE2-F0BC-9B0D23C0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0A42-E3E7-4A8D-8477-DA0BBE3E5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4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73043-7218-1E99-97F3-8DF8D03D4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7AA70-27D9-A588-3A2E-B88BB45DA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B09ACE-4FF1-33E4-7228-F130D25B5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5096F-553D-F45F-DA50-B70CBC9D3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EF514D-B30B-1A3D-7D8A-8F171C5389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C2BEF-F542-C1D7-5036-F2BBB3B29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7833A-56ED-46FE-A52F-7931305F90F0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F1DFB9-3B45-4A09-D04B-67856635F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422E43-7283-D6AB-3858-DD42619A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0A42-E3E7-4A8D-8477-DA0BBE3E5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704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E9E0A-AF98-BBD2-F24C-6C906BDE9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1753DE-18DB-A0E6-23E4-7F73436D8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7833A-56ED-46FE-A52F-7931305F90F0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FCC44-4820-67D8-D7DD-A82C2973E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67925-4AC4-D95D-4890-B7D0AA8A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0A42-E3E7-4A8D-8477-DA0BBE3E5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55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6B65D3-40AE-DFD5-3B99-A1D47E28E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7833A-56ED-46FE-A52F-7931305F90F0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3C6A82-90AA-2894-AEC3-9E69755B2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03A0A-2855-65FC-B106-B4D769300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0A42-E3E7-4A8D-8477-DA0BBE3E5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356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E857-566B-1206-0AE8-B57B0B0E1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33C48-4A4D-FFF6-C667-EB8A07473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EDB20-6613-01D8-3E86-CF7D365AF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1A606-C027-1D0C-D331-7AB2CCC7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7833A-56ED-46FE-A52F-7931305F90F0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F08C7-CE3A-5498-3437-284E9F27A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0F4DB-D522-C77A-BAC5-BB1DADA0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0A42-E3E7-4A8D-8477-DA0BBE3E5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909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B48DF-31FC-6EAA-A91D-0FF1EA7BC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554460-0B27-7B4C-5C0A-A0841F6827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3741DB-1053-FE0B-26AF-9AF480D1C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864C7-1195-2E89-32C7-2812204B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7833A-56ED-46FE-A52F-7931305F90F0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D592B-C7F4-61BD-8B95-64B0A66D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5735F-BC63-0328-5C2E-0D642B0C0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0A42-E3E7-4A8D-8477-DA0BBE3E5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270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0AC3E-3A69-A408-37A3-DF1585435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6C9BE1-F48B-2B3C-BA8B-B03BEDBE1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E1EE8-D45F-0CF8-C41C-37C9D963A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7833A-56ED-46FE-A52F-7931305F90F0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A5F87-5C14-35D2-0E68-D4D264E7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B2EB9-3B27-3B54-6D6C-FED2ACBB8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0A42-E3E7-4A8D-8477-DA0BBE3E5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6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224863-B414-AB54-211C-0D30CAAAEF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F632C0-9BD5-C976-3321-32A841482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F7261-B26C-85A9-9B0B-561199BD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7833A-56ED-46FE-A52F-7931305F90F0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FBD8D-165F-2A56-360B-A28C2D787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9F19D-6258-4A0B-4442-B6DB401D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0A42-E3E7-4A8D-8477-DA0BBE3E5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990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CFDF8-F994-CD35-2457-B4FF925A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C52BB-CD59-4827-C1A4-9503906F7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D4F80-10D0-AC62-A049-9343764DD1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7833A-56ED-46FE-A52F-7931305F90F0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AF3B3-EE2A-17E7-27B3-B5E639288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69620-722E-95C5-C78E-70B00D592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10A42-E3E7-4A8D-8477-DA0BBE3E5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296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34FE9-ACA1-24B7-2C2C-727A468EC2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DeepFake</a:t>
            </a:r>
            <a:r>
              <a:rPr lang="en-IN" dirty="0"/>
              <a:t> Detection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10AC9-3EBC-65A8-9E37-FF5FFA3E48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441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C4943-1C6D-267E-2918-77E808F1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37896-137B-D86C-B94D-C568BBA89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Overview of Deepfake</a:t>
            </a:r>
          </a:p>
          <a:p>
            <a:r>
              <a:rPr lang="en-IN" dirty="0"/>
              <a:t>Working and Models used</a:t>
            </a:r>
          </a:p>
          <a:p>
            <a:r>
              <a:rPr lang="en-IN" dirty="0"/>
              <a:t>Best Model Choice</a:t>
            </a:r>
          </a:p>
          <a:p>
            <a:r>
              <a:rPr lang="en-IN" dirty="0"/>
              <a:t>Use cases</a:t>
            </a:r>
          </a:p>
          <a:p>
            <a:r>
              <a:rPr lang="en-IN" dirty="0"/>
              <a:t>Implementation</a:t>
            </a:r>
          </a:p>
        </p:txBody>
      </p:sp>
      <p:pic>
        <p:nvPicPr>
          <p:cNvPr id="9218" name="Picture 2" descr="Image result for deepfake">
            <a:extLst>
              <a:ext uri="{FF2B5EF4-FFF2-40B4-BE49-F238E27FC236}">
                <a16:creationId xmlns:a16="http://schemas.microsoft.com/office/drawing/2014/main" id="{1B3F7F6A-265E-CF8C-D716-AF5619A55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825625"/>
            <a:ext cx="4328375" cy="337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6476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F1F99-3B16-A57A-5009-9F7B2997C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B5B8-4BCD-C43C-79B4-CB81534A1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64499" cy="4351338"/>
          </a:xfrm>
        </p:spPr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A deepfake is a type of synthetic media in which a person’s likeness, voice, or actions are manipulated or entirely generated by AI models, typically using a technique called </a:t>
            </a:r>
            <a:r>
              <a:rPr lang="en-US" b="1" dirty="0"/>
              <a:t>Generative Adversarial Networks (GANs)</a:t>
            </a:r>
            <a:r>
              <a:rPr lang="en-US" dirty="0"/>
              <a:t>. Deepfakes can create highly realistic videos, images, and audio that are difficult to distinguish from real media.</a:t>
            </a:r>
            <a:endParaRPr lang="en-IN" dirty="0"/>
          </a:p>
        </p:txBody>
      </p:sp>
      <p:pic>
        <p:nvPicPr>
          <p:cNvPr id="1027" name="Picture 3" descr="Image result for deepfake">
            <a:extLst>
              <a:ext uri="{FF2B5EF4-FFF2-40B4-BE49-F238E27FC236}">
                <a16:creationId xmlns:a16="http://schemas.microsoft.com/office/drawing/2014/main" id="{646252C9-100E-F93E-4B58-A9B34C85B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4725" y="1896950"/>
            <a:ext cx="402907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507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6062A-F08C-0AEA-CD30-220F2737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4685"/>
            <a:ext cx="10515600" cy="55322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Deepfakes have raised both intrigue and concern. While they showcase advances in AI, they also present risks, especially in spreading misinformation, creating fake news, and unauthorized use of people’s images.</a:t>
            </a:r>
          </a:p>
          <a:p>
            <a:pPr marL="0" indent="0">
              <a:buNone/>
            </a:pPr>
            <a:r>
              <a:rPr lang="en-US" b="1" dirty="0"/>
              <a:t>Types of Deepfakes:</a:t>
            </a:r>
          </a:p>
          <a:p>
            <a:r>
              <a:rPr lang="en-US" dirty="0"/>
              <a:t>Video Deepfakes: These alter facial expressions, lip-sync, and even full-body movements in a video. Example: manipulated celebrity videos.</a:t>
            </a:r>
          </a:p>
          <a:p>
            <a:r>
              <a:rPr lang="en-US" dirty="0"/>
              <a:t>Audio Deepfakes: These involve replicating a person’s voice, useful in voice-activated assistants but also risky if used to impersonate individuals over the phone.</a:t>
            </a:r>
          </a:p>
          <a:p>
            <a:r>
              <a:rPr lang="en-US" dirty="0"/>
              <a:t>Image Deepfakes: These can create lifelike images of people who don’t exist or alter real photos.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6583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1999E-C377-FD2E-13A9-19F07ED25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82" y="608618"/>
            <a:ext cx="5503395" cy="588428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Real-World </a:t>
            </a:r>
            <a:r>
              <a:rPr lang="en-US" b="1" dirty="0" err="1"/>
              <a:t>Examples</a:t>
            </a:r>
            <a:r>
              <a:rPr lang="en-US" dirty="0" err="1"/>
              <a:t>:</a:t>
            </a:r>
            <a:r>
              <a:rPr lang="en-US" b="1" dirty="0" err="1"/>
              <a:t>Entertainment</a:t>
            </a:r>
            <a:r>
              <a:rPr lang="en-US" dirty="0"/>
              <a:t>: Deepfake technology is used for visual effects in movies.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Political and Social Concerns</a:t>
            </a:r>
            <a:r>
              <a:rPr lang="en-US" dirty="0"/>
              <a:t>: Deepfakes are sometimes used to create fake statements from public figures, sparking ethical and privacy 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Humor and Satire</a:t>
            </a:r>
            <a:r>
              <a:rPr lang="en-US" dirty="0"/>
              <a:t>: While some are created purely for entertainment, they illustrate the fine line between creativity and deception.</a:t>
            </a:r>
          </a:p>
          <a:p>
            <a:endParaRPr lang="en-IN" dirty="0"/>
          </a:p>
        </p:txBody>
      </p:sp>
      <p:pic>
        <p:nvPicPr>
          <p:cNvPr id="2050" name="Picture 2" descr="Image result for deepfake">
            <a:extLst>
              <a:ext uri="{FF2B5EF4-FFF2-40B4-BE49-F238E27FC236}">
                <a16:creationId xmlns:a16="http://schemas.microsoft.com/office/drawing/2014/main" id="{DA1FBA7A-6CA8-069B-B4CA-497741D43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622" y="2090018"/>
            <a:ext cx="385762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8855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4F971-D506-8EF2-1E5D-499388959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Working and Models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21D94-669B-794B-29B8-44A30EF6A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Detection Pipeline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Input Processing</a:t>
            </a:r>
            <a:r>
              <a:rPr lang="en-US" dirty="0"/>
              <a:t>: A user submits a video via WhatsApp. The system receives it and prepares it for analysis, extracting frames to examine individually.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Model Application</a:t>
            </a:r>
            <a:r>
              <a:rPr lang="en-US" dirty="0"/>
              <a:t>: Frames are fed into the </a:t>
            </a:r>
            <a:r>
              <a:rPr lang="en-US" b="1" dirty="0" err="1"/>
              <a:t>Xception</a:t>
            </a:r>
            <a:r>
              <a:rPr lang="en-US" b="1" dirty="0"/>
              <a:t> model</a:t>
            </a:r>
            <a:r>
              <a:rPr lang="en-US" dirty="0"/>
              <a:t>, which identifies patterns indicative of manipulation, such as inconsistencies in facial landmarks or lighting.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Result Processing</a:t>
            </a:r>
            <a:r>
              <a:rPr lang="en-US" dirty="0"/>
              <a:t>: The system aggregates predictions from frames, determining whether the video is likely real or a deepfake.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Output</a:t>
            </a:r>
            <a:r>
              <a:rPr lang="en-US" dirty="0"/>
              <a:t>: The user receives feedback on the authenticity of the video through the WhatsApp bot.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2269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75671-D15B-1606-7D45-7C52BA8AC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2958"/>
            <a:ext cx="10515600" cy="569400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Model Selection:</a:t>
            </a:r>
          </a:p>
          <a:p>
            <a:r>
              <a:rPr lang="en-US" dirty="0"/>
              <a:t>The </a:t>
            </a:r>
            <a:r>
              <a:rPr lang="en-US" dirty="0" err="1"/>
              <a:t>Xception</a:t>
            </a:r>
            <a:r>
              <a:rPr lang="en-US" dirty="0"/>
              <a:t> model was chosen due to its strong performance in image classification and forgery detection tasks. It’s particularly efficient at recognizing subtle features, making it highly suitable for detecting deepfakes.</a:t>
            </a:r>
          </a:p>
          <a:p>
            <a:r>
              <a:rPr lang="en-US" dirty="0"/>
              <a:t>Model Architecture: </a:t>
            </a:r>
            <a:r>
              <a:rPr lang="en-US" dirty="0" err="1"/>
              <a:t>Xception</a:t>
            </a:r>
            <a:r>
              <a:rPr lang="en-US" dirty="0"/>
              <a:t> is based on </a:t>
            </a:r>
            <a:r>
              <a:rPr lang="en-US" dirty="0" err="1"/>
              <a:t>depthwise</a:t>
            </a:r>
            <a:r>
              <a:rPr lang="en-US" dirty="0"/>
              <a:t> separable convolutions, which reduce computation without losing detail. This allows it to examine fine details in frames, ideal for spotting minute inconsistencies typical in deepfakes.</a:t>
            </a:r>
          </a:p>
          <a:p>
            <a:pPr marL="0" indent="0">
              <a:buNone/>
            </a:pPr>
            <a:r>
              <a:rPr lang="en-US" b="1" dirty="0"/>
              <a:t>Supporting Technologies:</a:t>
            </a:r>
          </a:p>
          <a:p>
            <a:r>
              <a:rPr lang="en-US" dirty="0"/>
              <a:t>Flask API: Provides a robust backend to handle asynchronous video processing requests.</a:t>
            </a:r>
          </a:p>
          <a:p>
            <a:r>
              <a:rPr lang="en-US" dirty="0"/>
              <a:t>Twilio API: Integrates WhatsApp for user interaction, making the system accessible.</a:t>
            </a:r>
          </a:p>
          <a:p>
            <a:r>
              <a:rPr lang="en-US" dirty="0" err="1"/>
              <a:t>Ngrok</a:t>
            </a:r>
            <a:r>
              <a:rPr lang="en-US" dirty="0"/>
              <a:t>: Provides secure access to the server for the WhatsApp bot.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2463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A6D8-E04A-A3E7-88E5-528A2E0E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Best Model Choice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1C99A-266E-20AA-F8DF-99776447D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</a:t>
            </a:r>
            <a:r>
              <a:rPr lang="en-US" dirty="0" err="1"/>
              <a:t>Xception</a:t>
            </a:r>
            <a:r>
              <a:rPr lang="en-US" dirty="0"/>
              <a:t>?</a:t>
            </a:r>
          </a:p>
          <a:p>
            <a:r>
              <a:rPr lang="en-US" dirty="0"/>
              <a:t>Accuracy: The </a:t>
            </a:r>
            <a:r>
              <a:rPr lang="en-US" dirty="0" err="1"/>
              <a:t>Xception</a:t>
            </a:r>
            <a:r>
              <a:rPr lang="en-US" dirty="0"/>
              <a:t> model is highly accurate in detecting subtle facial inconsistencies, which is critical in distinguishing deepfakes from real videos.</a:t>
            </a:r>
          </a:p>
          <a:p>
            <a:r>
              <a:rPr lang="en-US" dirty="0"/>
              <a:t>Efficiency: Its </a:t>
            </a:r>
            <a:r>
              <a:rPr lang="en-US" dirty="0" err="1"/>
              <a:t>depthwise</a:t>
            </a:r>
            <a:r>
              <a:rPr lang="en-US" dirty="0"/>
              <a:t> separable convolutions make it faster and less computationally heavy compared to models like </a:t>
            </a:r>
            <a:r>
              <a:rPr lang="en-US" dirty="0" err="1"/>
              <a:t>ResNet</a:t>
            </a:r>
            <a:r>
              <a:rPr lang="en-US" dirty="0"/>
              <a:t> or </a:t>
            </a:r>
            <a:r>
              <a:rPr lang="en-US" dirty="0" err="1"/>
              <a:t>EfficientNet</a:t>
            </a:r>
            <a:r>
              <a:rPr lang="en-US" dirty="0"/>
              <a:t>, which helps in processing videos more quickly.</a:t>
            </a:r>
          </a:p>
          <a:p>
            <a:r>
              <a:rPr lang="en-US" dirty="0"/>
              <a:t>Validation Results: Through experiments, </a:t>
            </a:r>
            <a:r>
              <a:rPr lang="en-US" dirty="0" err="1"/>
              <a:t>Xception</a:t>
            </a:r>
            <a:r>
              <a:rPr lang="en-US" dirty="0"/>
              <a:t> consistently outperformed other models in both speed and accuracy for this specific task, showing fewer false positives.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2815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1AD89-4D1C-58C6-5BD3-4B8357A21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3639"/>
            <a:ext cx="10515600" cy="571332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Other Models Considered:</a:t>
            </a:r>
          </a:p>
          <a:p>
            <a:r>
              <a:rPr lang="en-US" dirty="0" err="1"/>
              <a:t>EfficientNet</a:t>
            </a:r>
            <a:r>
              <a:rPr lang="en-US" dirty="0"/>
              <a:t>: While effective in general classification tasks, it showed lower performance in detecting the nuanced anomalies in deepfakes.</a:t>
            </a:r>
          </a:p>
          <a:p>
            <a:r>
              <a:rPr lang="en-US" dirty="0" err="1"/>
              <a:t>ResNet</a:t>
            </a:r>
            <a:r>
              <a:rPr lang="en-US" dirty="0"/>
              <a:t>: While powerful, </a:t>
            </a:r>
            <a:r>
              <a:rPr lang="en-US" dirty="0" err="1"/>
              <a:t>ResNet’s</a:t>
            </a:r>
            <a:r>
              <a:rPr lang="en-US" dirty="0"/>
              <a:t> architecture is more resource-intensive, making it a less ideal choice for a real-time application like this.</a:t>
            </a:r>
          </a:p>
          <a:p>
            <a:pPr marL="0" indent="0">
              <a:buNone/>
            </a:pPr>
            <a:r>
              <a:rPr lang="en-US" b="1" dirty="0"/>
              <a:t>Limitations:</a:t>
            </a:r>
          </a:p>
          <a:p>
            <a:r>
              <a:rPr lang="en-US" dirty="0" err="1"/>
              <a:t>Xception’s</a:t>
            </a:r>
            <a:r>
              <a:rPr lang="en-US" dirty="0"/>
              <a:t> performance may vary if new, advanced deepfake techniques are introduced. Continuous model retraining and fine-tuning may be required to keep up with evolving deepfake technologies.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4698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E559D-CD7B-F5FB-2658-97C5E73F7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A250B-EC05-1905-7C7C-24337217D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Practical Applications:</a:t>
            </a:r>
          </a:p>
          <a:p>
            <a:r>
              <a:rPr lang="en-US" dirty="0"/>
              <a:t>Media Verification: Journalists and media outlets can use this system to verify the authenticity of video footage, helping reduce the spread of misinformation.</a:t>
            </a:r>
          </a:p>
          <a:p>
            <a:r>
              <a:rPr lang="en-US" dirty="0"/>
              <a:t>Social Media Monitoring: Platforms can employ deepfake detection to identify and flag manipulated videos before they go viral, potentially reducing harm to public figures and users.</a:t>
            </a:r>
          </a:p>
          <a:p>
            <a:r>
              <a:rPr lang="en-US" dirty="0"/>
              <a:t>Law Enforcement: Police and other authorities can use deepfake detection to ensure the credibility of video evidence used in investigations.</a:t>
            </a:r>
          </a:p>
        </p:txBody>
      </p:sp>
    </p:spTree>
    <p:extLst>
      <p:ext uri="{BB962C8B-B14F-4D97-AF65-F5344CB8AC3E}">
        <p14:creationId xmlns:p14="http://schemas.microsoft.com/office/powerpoint/2010/main" val="2988520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7B37B-E9E1-B041-5994-FEC4C9587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972" y="81463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Future Potential:</a:t>
            </a:r>
          </a:p>
          <a:p>
            <a:r>
              <a:rPr lang="en-US" dirty="0"/>
              <a:t>Authentication in Courts: As video evidence becomes more common, systems like yours can authenticate media submitted in legal contexts.</a:t>
            </a:r>
          </a:p>
          <a:p>
            <a:r>
              <a:rPr lang="en-US" dirty="0"/>
              <a:t>Personal Verification: Individuals may use similar technology to ensure that personal media has not been tampered with, especially as deepfakes become more accessible.</a:t>
            </a:r>
          </a:p>
          <a:p>
            <a:r>
              <a:rPr lang="en-US" dirty="0"/>
              <a:t>Corporate and Financial Security: Companies could use deepfake detection in cases where fake video/audio could affect stock prices, corporate reputations, or result in other economic damages.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6813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B3F4B-0CED-BA50-2BA3-3A25D861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256CF-CEAC-72EE-93FC-1E5928476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6980"/>
            <a:ext cx="10515600" cy="457998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1. Video Input and Frame Extraction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Input Handling</a:t>
            </a:r>
            <a:r>
              <a:rPr lang="en-US" dirty="0"/>
              <a:t>: The system receives video files sent by users via WhatsApp.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Frame Extraction</a:t>
            </a:r>
            <a:r>
              <a:rPr lang="en-US" dirty="0"/>
              <a:t>: Videos are processed to extract frames, which are saved in folders for further analysis. This allows the model to analyze individual frames rather than the full video, enhancing detection accuracy.</a:t>
            </a:r>
          </a:p>
          <a:p>
            <a:pPr marL="0" indent="0">
              <a:buNone/>
            </a:pPr>
            <a:r>
              <a:rPr lang="en-US" b="1" dirty="0"/>
              <a:t>2. Deepfake Detection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Model Choice</a:t>
            </a:r>
            <a:r>
              <a:rPr lang="en-US" dirty="0"/>
              <a:t>: The </a:t>
            </a:r>
            <a:r>
              <a:rPr lang="en-US" b="1" dirty="0" err="1"/>
              <a:t>Xception</a:t>
            </a:r>
            <a:r>
              <a:rPr lang="en-US" b="1" dirty="0"/>
              <a:t> model</a:t>
            </a:r>
            <a:r>
              <a:rPr lang="en-US" dirty="0"/>
              <a:t> is used, chosen for its effectiveness in image classification and forgery detection. The model was pre-trained on a relevant dataset for deepfake detection, so minimal fine-tuning was needed to adapt it to your use case.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Frame Analysis</a:t>
            </a:r>
            <a:r>
              <a:rPr lang="en-US" dirty="0"/>
              <a:t>: Each extracted frame is passed through the </a:t>
            </a:r>
            <a:r>
              <a:rPr lang="en-US" dirty="0" err="1"/>
              <a:t>Xception</a:t>
            </a:r>
            <a:r>
              <a:rPr lang="en-US" dirty="0"/>
              <a:t> model, which identifies subtle inconsistencies that suggest a deepfake, such as unusual facial textures or unnatural lighting.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64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B5375-B63B-229F-F7B8-09C57823F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1065"/>
            <a:ext cx="10515600" cy="55458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3. Backend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Flask API</a:t>
            </a:r>
            <a:r>
              <a:rPr lang="en-US" dirty="0"/>
              <a:t>: A Flask server handles incoming requests. It receives the video input, processes each frame, and aggregates model predictions to determine if the video is real or fake.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Async Processing</a:t>
            </a:r>
            <a:r>
              <a:rPr lang="en-US" dirty="0"/>
              <a:t>: Flask processes frames asynchronously, allowing real-time analysis even with multiple requests.</a:t>
            </a:r>
          </a:p>
          <a:p>
            <a:pPr marL="0" indent="0">
              <a:buNone/>
            </a:pPr>
            <a:r>
              <a:rPr lang="en-US" b="1" dirty="0"/>
              <a:t>4. User Communication via WhatsApp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Twilio API</a:t>
            </a:r>
            <a:r>
              <a:rPr lang="en-US" dirty="0"/>
              <a:t>: Twilio’s WhatsApp API lets users interact with the system by sending videos for analysis and receiving results directly through WhatsApp.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Result Feedback</a:t>
            </a:r>
            <a:r>
              <a:rPr lang="en-US" dirty="0"/>
              <a:t>: Once analysis is complete, the system sends back a message to the user indicating whether the video is likely authentic or a deepfake.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365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37765-C105-23CB-19C1-141BECDA1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0347E-DACB-A4F0-D559-858FF89E0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5. Secure Tunneling with </a:t>
            </a:r>
            <a:r>
              <a:rPr lang="en-US" b="1" dirty="0" err="1"/>
              <a:t>Ngrok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Public Access</a:t>
            </a:r>
            <a:r>
              <a:rPr lang="en-US" dirty="0"/>
              <a:t>: </a:t>
            </a:r>
            <a:r>
              <a:rPr lang="en-US" dirty="0" err="1"/>
              <a:t>Ngrok</a:t>
            </a:r>
            <a:r>
              <a:rPr lang="en-US" dirty="0"/>
              <a:t> is used to create a secure public URL for the Flask API, enabling external access to the backend while keeping the server safe.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Endpoint Management</a:t>
            </a:r>
            <a:r>
              <a:rPr lang="en-US" dirty="0"/>
              <a:t>: </a:t>
            </a:r>
            <a:r>
              <a:rPr lang="en-US" dirty="0" err="1"/>
              <a:t>Ngrok</a:t>
            </a:r>
            <a:r>
              <a:rPr lang="en-US" dirty="0"/>
              <a:t> facilitates testing and deployment by simplifying access control and secure communication with the WhatsApp bot.</a:t>
            </a:r>
          </a:p>
          <a:p>
            <a:pPr marL="0" indent="0">
              <a:buNone/>
            </a:pPr>
            <a:r>
              <a:rPr lang="en-US" dirty="0"/>
              <a:t>This setup provides an efficient, user-friendly deepfake detection system that integrates deep learning with a responsive messaging interface.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2857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F127F-5D94-D753-8B0F-E4C236A5B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753" y="681037"/>
            <a:ext cx="9356502" cy="8257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This video is a deepfake of an actor which has been identified correctly by our model.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35B48-4F1B-D1C3-73D8-F0A3075B0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042" y="1734233"/>
            <a:ext cx="8171645" cy="473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11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8536</TotalTime>
  <Words>1136</Words>
  <Application>Microsoft Office PowerPoint</Application>
  <PresentationFormat>Widescreen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DeepFake Detection </vt:lpstr>
      <vt:lpstr>Content</vt:lpstr>
      <vt:lpstr>Overview</vt:lpstr>
      <vt:lpstr>PowerPoint Presentation</vt:lpstr>
      <vt:lpstr>PowerPoint Presentation</vt:lpstr>
      <vt:lpstr>Working and Models Used</vt:lpstr>
      <vt:lpstr>PowerPoint Presentation</vt:lpstr>
      <vt:lpstr>Best Model Choice</vt:lpstr>
      <vt:lpstr>PowerPoint Presentation</vt:lpstr>
      <vt:lpstr>Use Cases</vt:lpstr>
      <vt:lpstr>PowerPoint Presentation</vt:lpstr>
      <vt:lpstr>Implementation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 Agarwal</dc:creator>
  <cp:lastModifiedBy>Harshit Agarwal</cp:lastModifiedBy>
  <cp:revision>2</cp:revision>
  <dcterms:created xsi:type="dcterms:W3CDTF">2024-10-30T16:16:37Z</dcterms:created>
  <dcterms:modified xsi:type="dcterms:W3CDTF">2024-11-05T14:32:43Z</dcterms:modified>
</cp:coreProperties>
</file>